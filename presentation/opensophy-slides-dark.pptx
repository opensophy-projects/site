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799207"/>
            <a:ext cx="3804151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400" b="1" spc="-216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662113"/>
            <a:ext cx="503984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150" spc="-63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Мастерская DevSecOps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711867" y="2566541"/>
            <a:ext cx="13124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spc="-1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Связаться с нами</a:t>
            </a:r>
            <a:endParaRPr lang="en-US" sz="1080" dirty="0"/>
          </a:p>
        </p:txBody>
      </p:sp>
      <p:sp>
        <p:nvSpPr>
          <p:cNvPr id="5" name="Text 3"/>
          <p:cNvSpPr txBox="1"/>
          <p:nvPr/>
        </p:nvSpPr>
        <p:spPr>
          <a:xfrm>
            <a:off x="2326630" y="2566541"/>
            <a:ext cx="5701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spc="-1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Услуги</a:t>
            </a:r>
            <a:endParaRPr lang="en-US" sz="108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91075"/>
            <a:ext cx="958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opensophy.com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410426" y="4791075"/>
            <a:ext cx="3906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28613"/>
            <a:ext cx="8605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spc="-2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</a:t>
            </a:r>
            <a:endParaRPr lang="en-US" sz="1130" dirty="0"/>
          </a:p>
        </p:txBody>
      </p:sp>
      <p:sp>
        <p:nvSpPr>
          <p:cNvPr id="3" name="Text 1"/>
          <p:cNvSpPr txBox="1"/>
          <p:nvPr/>
        </p:nvSpPr>
        <p:spPr>
          <a:xfrm>
            <a:off x="8109793" y="342900"/>
            <a:ext cx="6913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 01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7441257" y="3286125"/>
            <a:ext cx="1412007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0"/>
              </a:lnSpc>
              <a:buNone/>
            </a:pPr>
            <a:r>
              <a:rPr lang="en-US" sz="10500" b="1" spc="-630" kern="0" dirty="0">
                <a:solidFill>
                  <a:srgbClr val="191B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0" dirty="0"/>
          </a:p>
        </p:txBody>
      </p:sp>
      <p:sp>
        <p:nvSpPr>
          <p:cNvPr id="5" name="Text 3"/>
          <p:cNvSpPr txBox="1"/>
          <p:nvPr/>
        </p:nvSpPr>
        <p:spPr>
          <a:xfrm>
            <a:off x="4359920" y="1225004"/>
            <a:ext cx="4241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 нас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53177" y="1699320"/>
            <a:ext cx="7237497" cy="2241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70"/>
              </a:lnSpc>
              <a:buNone/>
            </a:pPr>
            <a:pPr algn="ctr" indent="0" marL="0">
              <a:lnSpc>
                <a:spcPts val="3570"/>
              </a:lnSpc>
              <a:buNone/>
            </a:pPr>
            <a:r>
              <a:rPr lang="en-US" sz="2550" spc="-51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 — команда специалистов в области информационной безопасности и разработки.</a:t>
            </a:r>
            <a:pPr algn="ctr" indent="0" marL="0">
              <a:lnSpc>
                <a:spcPts val="3570"/>
              </a:lnSpc>
              <a:buNone/>
            </a:pPr>
            <a:r>
              <a:rPr lang="en-US" sz="2550" spc="-51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Мы специализируемся на </a:t>
            </a:r>
            <a:pPr algn="ctr" indent="0" marL="0">
              <a:lnSpc>
                <a:spcPts val="3570"/>
              </a:lnSpc>
              <a:buNone/>
            </a:pPr>
            <a:r>
              <a:rPr lang="en-US" sz="2550" spc="-51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DevSecOps, автоматизации процессов и настройке инфраструктуры.</a:t>
            </a:r>
            <a:pPr algn="ctr" indent="0" marL="0">
              <a:lnSpc>
                <a:spcPts val="3570"/>
              </a:lnSpc>
              <a:buNone/>
            </a:pP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33925"/>
            <a:ext cx="958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opensophy.com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547943" y="4733925"/>
            <a:ext cx="2531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28613"/>
            <a:ext cx="8605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spc="-2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</a:t>
            </a:r>
            <a:endParaRPr lang="en-US" sz="1130" dirty="0"/>
          </a:p>
        </p:txBody>
      </p:sp>
      <p:sp>
        <p:nvSpPr>
          <p:cNvPr id="3" name="Text 1"/>
          <p:cNvSpPr txBox="1"/>
          <p:nvPr/>
        </p:nvSpPr>
        <p:spPr>
          <a:xfrm>
            <a:off x="7894588" y="342900"/>
            <a:ext cx="9065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Направления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819150"/>
            <a:ext cx="4869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1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Услуги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64865"/>
            <a:ext cx="305091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spc="-7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Наши направления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61932" y="1278136"/>
            <a:ext cx="14573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ключевых области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247775" y="1943100"/>
            <a:ext cx="17846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b="1" spc="-14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Безопасность кода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47775" y="2232571"/>
            <a:ext cx="3186961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сама проверяет код и настройки 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каждом этапе.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19725" y="1943100"/>
            <a:ext cx="14419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b="1" spc="-14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Автоматизация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19725" y="2232571"/>
            <a:ext cx="2593836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Отчёты, уведомления и проверки 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расписанию,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без рутины.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47775" y="3409950"/>
            <a:ext cx="28240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b="1" spc="-14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и инфраструктура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247775" y="3699421"/>
            <a:ext cx="3066470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Сайты, внутренние инструменты, серверы. 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Найдём причину сбоя.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19725" y="3409950"/>
            <a:ext cx="61257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b="1" spc="-14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Аудит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19725" y="3699421"/>
            <a:ext cx="3169280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Пассивный и процессный аудит: </a:t>
            </a:r>
            <a:pPr algn="l" indent="0" marL="0">
              <a:lnSpc>
                <a:spcPts val="163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уязвимости до хакеров.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33925"/>
            <a:ext cx="9581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opensophy.com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47050" y="4733925"/>
            <a:ext cx="254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90513"/>
            <a:ext cx="6432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spc="-2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os.docs</a:t>
            </a:r>
            <a:endParaRPr lang="en-US" sz="1130" dirty="0"/>
          </a:p>
        </p:txBody>
      </p:sp>
      <p:sp>
        <p:nvSpPr>
          <p:cNvPr id="3" name="Text 1"/>
          <p:cNvSpPr txBox="1"/>
          <p:nvPr/>
        </p:nvSpPr>
        <p:spPr>
          <a:xfrm>
            <a:off x="247650" y="781050"/>
            <a:ext cx="771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Поиск… ⌘K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1228725"/>
            <a:ext cx="6899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</a:t>
            </a:r>
            <a:endParaRPr lang="en-US" sz="980" dirty="0"/>
          </a:p>
        </p:txBody>
      </p:sp>
      <p:sp>
        <p:nvSpPr>
          <p:cNvPr id="5" name="Text 3"/>
          <p:cNvSpPr txBox="1"/>
          <p:nvPr/>
        </p:nvSpPr>
        <p:spPr>
          <a:xfrm>
            <a:off x="228600" y="1533525"/>
            <a:ext cx="1016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старт</a:t>
            </a:r>
            <a:endParaRPr lang="en-US" sz="98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1838325"/>
            <a:ext cx="967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Конфигурация</a:t>
            </a:r>
            <a:endParaRPr lang="en-US" sz="98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2143125"/>
            <a:ext cx="437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mTLS</a:t>
            </a:r>
            <a:endParaRPr lang="en-US" sz="980" dirty="0"/>
          </a:p>
        </p:txBody>
      </p:sp>
      <p:sp>
        <p:nvSpPr>
          <p:cNvPr id="8" name="Text 6"/>
          <p:cNvSpPr txBox="1"/>
          <p:nvPr/>
        </p:nvSpPr>
        <p:spPr>
          <a:xfrm>
            <a:off x="228600" y="2447925"/>
            <a:ext cx="4548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980" dirty="0"/>
          </a:p>
        </p:txBody>
      </p:sp>
      <p:sp>
        <p:nvSpPr>
          <p:cNvPr id="9" name="Text 7"/>
          <p:cNvSpPr txBox="1"/>
          <p:nvPr/>
        </p:nvSpPr>
        <p:spPr>
          <a:xfrm>
            <a:off x="228600" y="2752725"/>
            <a:ext cx="3475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FAQ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2447925" y="561975"/>
            <a:ext cx="938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Документация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371725" y="1179165"/>
            <a:ext cx="47795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68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Безопасный пайплайн за 3 шага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2619375" y="2007840"/>
            <a:ext cx="23711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SAST и SCA на каждый коммит</a:t>
            </a:r>
            <a:endParaRPr lang="en-US" sz="1130" dirty="0"/>
          </a:p>
        </p:txBody>
      </p:sp>
      <p:sp>
        <p:nvSpPr>
          <p:cNvPr id="13" name="Text 11"/>
          <p:cNvSpPr txBox="1"/>
          <p:nvPr/>
        </p:nvSpPr>
        <p:spPr>
          <a:xfrm>
            <a:off x="2619375" y="2336453"/>
            <a:ext cx="18440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mTLS между сервисами</a:t>
            </a:r>
            <a:endParaRPr lang="en-US" sz="1130" dirty="0"/>
          </a:p>
        </p:txBody>
      </p:sp>
      <p:sp>
        <p:nvSpPr>
          <p:cNvPr id="14" name="Text 12"/>
          <p:cNvSpPr txBox="1"/>
          <p:nvPr/>
        </p:nvSpPr>
        <p:spPr>
          <a:xfrm>
            <a:off x="2619375" y="2665065"/>
            <a:ext cx="16086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spc="-1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DAST перед релизом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2619375" y="2993678"/>
            <a:ext cx="188529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30" spc="-1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Ротация ключей доступа</a:t>
            </a:r>
            <a:endParaRPr lang="en-US" sz="1130" dirty="0"/>
          </a:p>
        </p:txBody>
      </p:sp>
      <p:sp>
        <p:nvSpPr>
          <p:cNvPr id="16" name="Text 14"/>
          <p:cNvSpPr txBox="1"/>
          <p:nvPr/>
        </p:nvSpPr>
        <p:spPr>
          <a:xfrm>
            <a:off x="5819775" y="2188815"/>
            <a:ext cx="2676838" cy="155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9295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.gitlab-ci.yml</a:t>
            </a:r>
            <a:pPr algn="l" indent="0" marL="0">
              <a:lnSpc>
                <a:spcPts val="1790"/>
              </a:lnSpc>
              <a:buNone/>
            </a:pP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stages</a:t>
            </a:r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scan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build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sast</a:t>
            </a:r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stage: scan</a:t>
            </a:r>
            <a:endParaRPr lang="en-US" sz="1050" dirty="0"/>
          </a:p>
          <a:p>
            <a:pPr algn="l" indent="0" marL="0">
              <a:lnSpc>
                <a:spcPts val="1790"/>
              </a:lnSpc>
              <a:buNone/>
            </a:pPr>
            <a:r>
              <a:rPr lang="en-US" sz="1050" spc="-12" kern="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script: semgrep --config auto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328613"/>
            <a:ext cx="8605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spc="-2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</a:t>
            </a:r>
            <a:endParaRPr lang="en-US" sz="1130" dirty="0"/>
          </a:p>
        </p:txBody>
      </p:sp>
      <p:sp>
        <p:nvSpPr>
          <p:cNvPr id="3" name="Text 1"/>
          <p:cNvSpPr txBox="1"/>
          <p:nvPr/>
        </p:nvSpPr>
        <p:spPr>
          <a:xfrm>
            <a:off x="8129141" y="342900"/>
            <a:ext cx="6719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Контакты</a:t>
            </a:r>
            <a:endParaRPr lang="en-US" sz="980" dirty="0"/>
          </a:p>
        </p:txBody>
      </p:sp>
      <p:sp>
        <p:nvSpPr>
          <p:cNvPr id="4" name="Text 2"/>
          <p:cNvSpPr txBox="1"/>
          <p:nvPr/>
        </p:nvSpPr>
        <p:spPr>
          <a:xfrm>
            <a:off x="4252317" y="1381125"/>
            <a:ext cx="6392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spc="-12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Контакты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789679" y="1683990"/>
            <a:ext cx="35646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spc="-81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Остались вопросы?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3263950" y="2095351"/>
            <a:ext cx="26161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spc="-81" kern="0" dirty="0">
                <a:solidFill>
                  <a:srgbClr val="F43F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Напишите нам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2300674" y="2649587"/>
            <a:ext cx="4542651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30" spc="-12" kern="0" dirty="0">
                <a:solidFill>
                  <a:srgbClr val="9295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Расскажите о задаче — подскажем, с чего начать защиту и автоматизацию.</a:t>
            </a:r>
            <a:endParaRPr lang="en-US" sz="1130" dirty="0"/>
          </a:p>
        </p:txBody>
      </p:sp>
      <p:sp>
        <p:nvSpPr>
          <p:cNvPr id="8" name="Text 6"/>
          <p:cNvSpPr txBox="1"/>
          <p:nvPr/>
        </p:nvSpPr>
        <p:spPr>
          <a:xfrm>
            <a:off x="3117503" y="3462635"/>
            <a:ext cx="1182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spc="-1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t.me/opensophy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4596214" y="3462635"/>
            <a:ext cx="1438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spc="-12" kern="0" dirty="0">
                <a:solidFill>
                  <a:srgbClr val="F4F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opensophy@mail.ru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opensophy — шаблоны (тёмная тема)</dc:title>
  <dc:subject>PptxGenJS Presentation</dc:subject>
  <dc:creator>opensophy</dc:creator>
  <cp:lastModifiedBy>opensophy</cp:lastModifiedBy>
  <cp:revision>1</cp:revision>
  <dcterms:created xsi:type="dcterms:W3CDTF">2026-10-28T09:31:48Z</dcterms:created>
  <dcterms:modified xsi:type="dcterms:W3CDTF">2026-10-28T09:31:48Z</dcterms:modified>
</cp:coreProperties>
</file>